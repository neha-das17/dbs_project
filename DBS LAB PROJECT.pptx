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1" r:id="rId10"/>
    <p:sldId id="272" r:id="rId11"/>
    <p:sldId id="264" r:id="rId12"/>
    <p:sldId id="273" r:id="rId13"/>
    <p:sldId id="265" r:id="rId14"/>
    <p:sldId id="266" r:id="rId15"/>
    <p:sldId id="274" r:id="rId16"/>
    <p:sldId id="268" r:id="rId17"/>
    <p:sldId id="275" r:id="rId18"/>
    <p:sldId id="269" r:id="rId19"/>
    <p:sldId id="278" r:id="rId20"/>
    <p:sldId id="270" r:id="rId21"/>
    <p:sldId id="277" r:id="rId22"/>
    <p:sldId id="276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24" autoAdjust="0"/>
    <p:restoredTop sz="94660"/>
  </p:normalViewPr>
  <p:slideViewPr>
    <p:cSldViewPr snapToGrid="0">
      <p:cViewPr varScale="1">
        <p:scale>
          <a:sx n="90" d="100"/>
          <a:sy n="90" d="100"/>
        </p:scale>
        <p:origin x="16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29A2B-2C40-4D8D-AF54-6991F88D34FA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68FC88A8-41D9-4992-868F-B201FC10DB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36708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29A2B-2C40-4D8D-AF54-6991F88D34FA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C88A8-41D9-4992-868F-B201FC10DB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26835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DC029A2B-2C40-4D8D-AF54-6991F88D34FA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IN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68FC88A8-41D9-4992-868F-B201FC10DB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00273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29A2B-2C40-4D8D-AF54-6991F88D34FA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C88A8-41D9-4992-868F-B201FC10DB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01949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29A2B-2C40-4D8D-AF54-6991F88D34FA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C88A8-41D9-4992-868F-B201FC10DB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20393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29A2B-2C40-4D8D-AF54-6991F88D34FA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C88A8-41D9-4992-868F-B201FC10DB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17226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29A2B-2C40-4D8D-AF54-6991F88D34FA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C88A8-41D9-4992-868F-B201FC10DB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75700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29A2B-2C40-4D8D-AF54-6991F88D34FA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C88A8-41D9-4992-868F-B201FC10DB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34510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29A2B-2C40-4D8D-AF54-6991F88D34FA}" type="datetimeFigureOut">
              <a:rPr lang="en-IN" smtClean="0"/>
              <a:t>05-04-2026</a:t>
            </a:fld>
            <a:endParaRPr lang="en-IN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C88A8-41D9-4992-868F-B201FC10DB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19411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29A2B-2C40-4D8D-AF54-6991F88D34FA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C88A8-41D9-4992-868F-B201FC10DB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0592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29A2B-2C40-4D8D-AF54-6991F88D34FA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C88A8-41D9-4992-868F-B201FC10DB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42011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DC029A2B-2C40-4D8D-AF54-6991F88D34FA}" type="datetimeFigureOut">
              <a:rPr lang="en-IN" smtClean="0"/>
              <a:t>05-04-2026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68FC88A8-41D9-4992-868F-B201FC10DB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0776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754E0-C7E4-314A-DB47-FE1A67097B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9800" y="635000"/>
            <a:ext cx="6587067" cy="719667"/>
          </a:xfrm>
        </p:spPr>
        <p:txBody>
          <a:bodyPr>
            <a:normAutofit fontScale="90000"/>
          </a:bodyPr>
          <a:lstStyle/>
          <a:p>
            <a:r>
              <a:rPr lang="en-US" sz="55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DBS LAB PROJECT :</a:t>
            </a:r>
            <a:endParaRPr lang="en-IN" sz="55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093555-D3C9-85C4-55E1-3E6F38B231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59799" y="5325534"/>
            <a:ext cx="3107267" cy="313266"/>
          </a:xfrm>
        </p:spPr>
        <p:txBody>
          <a:bodyPr>
            <a:no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members: 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BA2988-D826-A4E4-565D-D36097B3FC54}"/>
              </a:ext>
            </a:extLst>
          </p:cNvPr>
          <p:cNvSpPr txBox="1"/>
          <p:nvPr/>
        </p:nvSpPr>
        <p:spPr>
          <a:xfrm>
            <a:off x="8144933" y="5697305"/>
            <a:ext cx="4495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 no: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Neha Das                              240953396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Akshita Kambhampati          240953049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9C3EC9-47F9-0A80-1675-577C98174183}"/>
              </a:ext>
            </a:extLst>
          </p:cNvPr>
          <p:cNvSpPr txBox="1"/>
          <p:nvPr/>
        </p:nvSpPr>
        <p:spPr>
          <a:xfrm>
            <a:off x="1386416" y="1968042"/>
            <a:ext cx="972185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SHOPPING CART MANAGEMENT SYSTEM</a:t>
            </a:r>
            <a:endParaRPr lang="en-IN" sz="5400" dirty="0"/>
          </a:p>
        </p:txBody>
      </p:sp>
    </p:spTree>
    <p:extLst>
      <p:ext uri="{BB962C8B-B14F-4D97-AF65-F5344CB8AC3E}">
        <p14:creationId xmlns:p14="http://schemas.microsoft.com/office/powerpoint/2010/main" val="1446248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B8D8A-FD1F-2EF9-3CA1-D5BE70465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b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DESKTOP SHOPPING SYSTEM </a:t>
            </a:r>
            <a:b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701CBD1-6B8A-2FCC-7040-08DA0FCC2C4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549840"/>
            <a:ext cx="10405533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Allows users to: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Browse products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 to cart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Place orders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Built using: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Java Swing (Frontend)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Oracle Database-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plus (Backend)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JDBC + PL/SQL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92268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DA052-0EA1-FB20-DF5D-4B06D864B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16803"/>
            <a:ext cx="10515600" cy="1325563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3A4A48F-0240-D3BC-B61C-867D1FA53A8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308020"/>
            <a:ext cx="9514114" cy="22419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Automate online shopping process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Maintain product &amp; user data efficiently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Ensure secure order processing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Maintain stock integrity using DBMS </a:t>
            </a:r>
          </a:p>
        </p:txBody>
      </p:sp>
    </p:spTree>
    <p:extLst>
      <p:ext uri="{BB962C8B-B14F-4D97-AF65-F5344CB8AC3E}">
        <p14:creationId xmlns:p14="http://schemas.microsoft.com/office/powerpoint/2010/main" val="13113175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F40A0-963E-356E-6E7F-B4AB59D10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4ED050-5F0A-2917-D249-61BEA23C3A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IN" dirty="0"/>
              <a:t>User (GUI - Java Swing)</a:t>
            </a:r>
          </a:p>
          <a:p>
            <a:pPr marL="0" indent="0" algn="ctr">
              <a:buNone/>
            </a:pPr>
            <a:r>
              <a:rPr lang="en-IN" dirty="0"/>
              <a:t>      ↓</a:t>
            </a:r>
          </a:p>
          <a:p>
            <a:pPr marL="0" indent="0" algn="ctr">
              <a:buNone/>
            </a:pPr>
            <a:r>
              <a:rPr lang="en-IN" dirty="0"/>
              <a:t>JDBC Connection</a:t>
            </a:r>
          </a:p>
          <a:p>
            <a:pPr marL="0" indent="0" algn="ctr">
              <a:buNone/>
            </a:pPr>
            <a:r>
              <a:rPr lang="en-IN" dirty="0"/>
              <a:t>        ↓</a:t>
            </a:r>
          </a:p>
          <a:p>
            <a:pPr marL="0" indent="0" algn="ctr">
              <a:buNone/>
            </a:pPr>
            <a:r>
              <a:rPr lang="en-IN" dirty="0"/>
              <a:t>Oracle Database</a:t>
            </a:r>
          </a:p>
          <a:p>
            <a:pPr marL="0" indent="0" algn="ctr">
              <a:buNone/>
            </a:pPr>
            <a:r>
              <a:rPr lang="en-IN" dirty="0"/>
              <a:t>(Users, Products, Cart, Orders)</a:t>
            </a:r>
          </a:p>
          <a:p>
            <a:pPr marL="0" indent="0" algn="ctr">
              <a:buNone/>
            </a:pPr>
            <a:r>
              <a:rPr lang="en-IN" dirty="0"/>
              <a:t>       ↓</a:t>
            </a:r>
          </a:p>
          <a:p>
            <a:pPr marL="0" indent="0" algn="ctr">
              <a:buNone/>
            </a:pPr>
            <a:r>
              <a:rPr lang="en-IN" dirty="0"/>
              <a:t>PL/SQL (Procedures + Triggers)</a:t>
            </a:r>
          </a:p>
        </p:txBody>
      </p:sp>
    </p:spTree>
    <p:extLst>
      <p:ext uri="{BB962C8B-B14F-4D97-AF65-F5344CB8AC3E}">
        <p14:creationId xmlns:p14="http://schemas.microsoft.com/office/powerpoint/2010/main" val="8991784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F7064-7B31-61DA-5B35-9F53B8EC3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DESIGN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8307A9-9194-3CCC-E418-90FF5E013E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user_id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pk, name, email, password, role)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product_id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pk, name, price, stock,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category_id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CART(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cart_id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pk,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user_id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fk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CART_ITEM(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cart_item_id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pk,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cart_id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fk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product_id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fk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quantity)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ORDERS(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order_id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pk,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user_id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fk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order_date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total_amount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ORDER_ITEM(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order_item_id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pk,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order_id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fk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product_id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fk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quantity, price)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CATEGORY(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category_id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category_name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758014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A5DBD-1BF0-4B42-972F-F40366BB7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 diagram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3EC62C-916B-CA90-5878-8167452F1D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81552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31666-63AA-F59C-43F5-1B66C377C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REQUIREMENTS OVERVIEW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42690B-2372-B2B6-0A41-92742565ED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REQ 1 – User management</a:t>
            </a:r>
            <a:br>
              <a:rPr lang="en-IN" dirty="0"/>
            </a:br>
            <a:r>
              <a:rPr lang="en-IN" dirty="0"/>
              <a:t>REQ 2 – Product management</a:t>
            </a:r>
            <a:br>
              <a:rPr lang="en-IN" dirty="0"/>
            </a:br>
            <a:r>
              <a:rPr lang="en-IN" dirty="0"/>
              <a:t>REQ 3 – Product search</a:t>
            </a:r>
            <a:br>
              <a:rPr lang="en-IN" dirty="0"/>
            </a:br>
            <a:r>
              <a:rPr lang="en-IN" dirty="0"/>
              <a:t>REQ 4 – Add to cart</a:t>
            </a:r>
            <a:br>
              <a:rPr lang="en-IN" dirty="0"/>
            </a:br>
            <a:r>
              <a:rPr lang="en-IN" dirty="0"/>
              <a:t>REQ 5 – Remove from cart</a:t>
            </a:r>
            <a:br>
              <a:rPr lang="en-IN" dirty="0"/>
            </a:br>
            <a:r>
              <a:rPr lang="en-IN" dirty="0"/>
              <a:t>REQ 6 – Stock validation</a:t>
            </a:r>
            <a:br>
              <a:rPr lang="en-IN" dirty="0"/>
            </a:br>
            <a:r>
              <a:rPr lang="en-IN" dirty="0"/>
              <a:t>REQ 7 – Order generation</a:t>
            </a:r>
            <a:br>
              <a:rPr lang="en-IN" dirty="0"/>
            </a:br>
            <a:r>
              <a:rPr lang="en-IN" dirty="0"/>
              <a:t>REQ 8 – Stock update</a:t>
            </a:r>
            <a:br>
              <a:rPr lang="en-IN" dirty="0"/>
            </a:br>
            <a:r>
              <a:rPr lang="en-IN" dirty="0"/>
              <a:t>REQ 9 – Transaction storage</a:t>
            </a:r>
            <a:br>
              <a:rPr lang="en-IN" dirty="0"/>
            </a:br>
            <a:r>
              <a:rPr lang="en-IN" dirty="0"/>
              <a:t>REQ 10 – Admin operations</a:t>
            </a:r>
            <a:br>
              <a:rPr lang="en-IN" dirty="0"/>
            </a:br>
            <a:r>
              <a:rPr lang="en-IN" dirty="0"/>
              <a:t>REQ 11 – Data integrity</a:t>
            </a:r>
            <a:br>
              <a:rPr lang="en-IN" dirty="0"/>
            </a:br>
            <a:r>
              <a:rPr lang="en-IN" dirty="0"/>
              <a:t>REQ 12 – Order history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111388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C7686-575F-F649-759D-E8052BF62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REQ 1–2 (USER &amp; PRODUCT)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3827D2-19D4-4CEE-6C32-F214CBBCB0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087" y="1403604"/>
            <a:ext cx="10058400" cy="69037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USERS table stores: customers/admins</a:t>
            </a:r>
            <a:br>
              <a:rPr lang="en-US" dirty="0"/>
            </a:br>
            <a:r>
              <a:rPr lang="en-US" dirty="0"/>
              <a:t>PRODUCT table stores: ID, Name, Price, </a:t>
            </a:r>
            <a:r>
              <a:rPr lang="en-US" dirty="0" err="1"/>
              <a:t>Stock_quantity</a:t>
            </a:r>
            <a:r>
              <a:rPr lang="en-US" dirty="0"/>
              <a:t>, </a:t>
            </a:r>
            <a:r>
              <a:rPr lang="en-US" dirty="0" err="1"/>
              <a:t>category_id</a:t>
            </a:r>
            <a:endParaRPr lang="en-US" dirty="0"/>
          </a:p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AFF92C3-3A62-96E4-7C10-3ED57CD7D3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533" y="2093976"/>
            <a:ext cx="11954933" cy="3378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7349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4CAF030-9259-8BAA-CE2B-72BF4F09E8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095" y="330305"/>
            <a:ext cx="3781667" cy="28870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6E75543-F77E-81FC-5588-1769A17A50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2996" y="330305"/>
            <a:ext cx="4685473" cy="288702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228B75B-436A-AC01-3E36-32A4DFB9DCC7}"/>
              </a:ext>
            </a:extLst>
          </p:cNvPr>
          <p:cNvSpPr txBox="1"/>
          <p:nvPr/>
        </p:nvSpPr>
        <p:spPr>
          <a:xfrm>
            <a:off x="1713084" y="3302000"/>
            <a:ext cx="2048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Customer login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17D6263-DDA0-D497-A4AD-1A826284D613}"/>
              </a:ext>
            </a:extLst>
          </p:cNvPr>
          <p:cNvSpPr txBox="1"/>
          <p:nvPr/>
        </p:nvSpPr>
        <p:spPr>
          <a:xfrm>
            <a:off x="7645400" y="3302000"/>
            <a:ext cx="302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Admin login</a:t>
            </a:r>
            <a:endParaRPr lang="en-IN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28BA7DD-E8F1-6B17-1099-4241A4951C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3095" y="3804915"/>
            <a:ext cx="3706419" cy="277762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A4507AB-A494-3AC6-7468-62653D3EC9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4817" y="3778209"/>
            <a:ext cx="4144328" cy="2804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5977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1A4F61E2-6795-AA6C-02ED-A5FFB51F33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8354" y="711095"/>
            <a:ext cx="4505960" cy="41148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3B8F12C-4F9D-74BC-694C-E43D44C6D1B0}"/>
              </a:ext>
            </a:extLst>
          </p:cNvPr>
          <p:cNvSpPr txBox="1"/>
          <p:nvPr/>
        </p:nvSpPr>
        <p:spPr>
          <a:xfrm>
            <a:off x="4538133" y="5029200"/>
            <a:ext cx="29379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Product page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60162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F3D6D-9285-8E7F-FAA8-2CE024F88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REQ 3–5 (CART FEATURES)</a:t>
            </a:r>
            <a:br>
              <a:rPr lang="en-IN" b="1" dirty="0"/>
            </a:b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02CEBF-8D4D-FB13-00E4-4E06F0B1E0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207" y="1825270"/>
            <a:ext cx="5943600" cy="40589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9DFB68C-AC6A-005C-92B5-4C80512A8605}"/>
              </a:ext>
            </a:extLst>
          </p:cNvPr>
          <p:cNvSpPr txBox="1"/>
          <p:nvPr/>
        </p:nvSpPr>
        <p:spPr>
          <a:xfrm>
            <a:off x="656207" y="1455938"/>
            <a:ext cx="109958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/>
              <a:t>Product searching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EB55C90-DD24-65AD-AB0D-8B32DF2EE9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5387" y="1455938"/>
            <a:ext cx="2800323" cy="255726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FEC2741-2180-7864-AD38-DDA243AF52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8663" y="4144000"/>
            <a:ext cx="2860269" cy="2471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7089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41620C6-75B2-5E4A-1249-E740A5F581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697" y="532914"/>
            <a:ext cx="5943600" cy="221043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36B9E39-93A8-5AEC-54CC-186A28D504BE}"/>
              </a:ext>
            </a:extLst>
          </p:cNvPr>
          <p:cNvSpPr txBox="1"/>
          <p:nvPr/>
        </p:nvSpPr>
        <p:spPr>
          <a:xfrm>
            <a:off x="620697" y="210390"/>
            <a:ext cx="111310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/>
              <a:t>Add to cart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C3C9DAA-1EF6-9826-0FE0-5EC363CFF9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308" y="3922755"/>
            <a:ext cx="5943600" cy="223202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27F5E0B-213F-F80E-5C47-76222DA1C086}"/>
              </a:ext>
            </a:extLst>
          </p:cNvPr>
          <p:cNvSpPr txBox="1"/>
          <p:nvPr/>
        </p:nvSpPr>
        <p:spPr>
          <a:xfrm>
            <a:off x="620697" y="3330717"/>
            <a:ext cx="114060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/>
              <a:t>Remove items using </a:t>
            </a:r>
            <a:r>
              <a:rPr lang="en-IN" dirty="0" err="1"/>
              <a:t>CartItemId</a:t>
            </a:r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155C663-E6E1-106F-A272-ED027EDFB4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6215" y="579722"/>
            <a:ext cx="3051392" cy="26416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A20C576-AF56-06A0-572A-C782B41F9A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2223" y="977362"/>
            <a:ext cx="2429510" cy="218059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C5552D6-7A79-D9E6-8FD1-5BC2A763D8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3872814"/>
            <a:ext cx="3730625" cy="265811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EB794E8-48AB-443D-A562-0CB9023FF67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35058" y="4577439"/>
            <a:ext cx="2091690" cy="922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6577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91B73-7A2D-283A-4CCF-E82D1A3B8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REQ 6 (STOCK VALIDATION)</a:t>
            </a:r>
            <a:br>
              <a:rPr lang="en-US" b="1" dirty="0"/>
            </a:b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A4AAEF3-36B9-B3D1-1472-F1D8751C5B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8552" y="4252187"/>
            <a:ext cx="5943600" cy="18370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0618AD0-845A-0166-0358-027B1C6220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8552" y="1289304"/>
            <a:ext cx="5943600" cy="264287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4D60402-30AD-820E-0D87-2F65DC23C727}"/>
              </a:ext>
            </a:extLst>
          </p:cNvPr>
          <p:cNvSpPr txBox="1"/>
          <p:nvPr/>
        </p:nvSpPr>
        <p:spPr>
          <a:xfrm>
            <a:off x="500607" y="1364257"/>
            <a:ext cx="45939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Check stock availability :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F868B5-F34A-8401-C3EF-547AA97E7189}"/>
              </a:ext>
            </a:extLst>
          </p:cNvPr>
          <p:cNvSpPr txBox="1"/>
          <p:nvPr/>
        </p:nvSpPr>
        <p:spPr>
          <a:xfrm>
            <a:off x="500607" y="4394693"/>
            <a:ext cx="45939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Update stock :</a:t>
            </a:r>
          </a:p>
          <a:p>
            <a:pPr algn="ctr"/>
            <a:r>
              <a:rPr lang="en-US" dirty="0"/>
              <a:t>(Requirement 8)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298083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0A6A7-22E4-61EA-5D2E-4E03427B5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56032"/>
            <a:ext cx="10058400" cy="1609344"/>
          </a:xfrm>
        </p:spPr>
        <p:txBody>
          <a:bodyPr/>
          <a:lstStyle/>
          <a:p>
            <a:r>
              <a:rPr lang="en-US" b="1" dirty="0"/>
              <a:t>REQ 7–9 (ORDER PROCESSING)</a:t>
            </a:r>
            <a:br>
              <a:rPr lang="en-US" b="1" dirty="0"/>
            </a:b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73E936-E748-34FB-1443-8215302AE1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8767" y="1643189"/>
            <a:ext cx="3977645" cy="116578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0E47977-3D3B-1910-43CA-27D089A0B8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358" y="1643189"/>
            <a:ext cx="7725853" cy="137179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D0F0AC1-BD2A-56B7-530D-8DEEEF1B028D}"/>
              </a:ext>
            </a:extLst>
          </p:cNvPr>
          <p:cNvSpPr txBox="1"/>
          <p:nvPr/>
        </p:nvSpPr>
        <p:spPr>
          <a:xfrm>
            <a:off x="575733" y="966138"/>
            <a:ext cx="62822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US" dirty="0"/>
            </a:br>
            <a:r>
              <a:rPr lang="en-US" dirty="0"/>
              <a:t>Order created in ORDERS table</a:t>
            </a:r>
            <a:endParaRPr lang="en-IN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381378D-5D12-E29F-EE32-8A66D303B0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914" y="3553605"/>
            <a:ext cx="7725853" cy="169706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BF65413F-DCAE-C1DA-A481-74C3D20E2AFD}"/>
              </a:ext>
            </a:extLst>
          </p:cNvPr>
          <p:cNvSpPr txBox="1"/>
          <p:nvPr/>
        </p:nvSpPr>
        <p:spPr>
          <a:xfrm>
            <a:off x="302914" y="3148405"/>
            <a:ext cx="62822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Items stored in ORDER_ITEM</a:t>
            </a:r>
            <a:endParaRPr lang="en-IN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6B4604C-96A5-5316-20AB-C364A4D044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2914" y="5370880"/>
            <a:ext cx="5991913" cy="1231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599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4AC51B0-1B38-0D31-C532-F7BBEC86AD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852" y="899469"/>
            <a:ext cx="4582164" cy="163852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D240E7B-80A4-B2AD-1FF8-2584A519018D}"/>
              </a:ext>
            </a:extLst>
          </p:cNvPr>
          <p:cNvSpPr txBox="1"/>
          <p:nvPr/>
        </p:nvSpPr>
        <p:spPr>
          <a:xfrm>
            <a:off x="519852" y="428537"/>
            <a:ext cx="62822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Total is calculated and stored in ORDERS table </a:t>
            </a:r>
            <a:endParaRPr lang="en-IN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1CE1776-D1F1-B9E1-8DD5-9DB4B79983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2541" y="3143264"/>
            <a:ext cx="3003126" cy="255043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6352B91-0308-CB06-106D-9F305EDB82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2118" y="3143264"/>
            <a:ext cx="3141133" cy="2647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9150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D0570-065F-A509-764A-805F46BC1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301582"/>
            <a:ext cx="10058400" cy="768435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REQ 10 (ADMIN MODULE)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2CB1E9-787D-539A-9A24-A046CCC529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114" y="1754095"/>
            <a:ext cx="5943600" cy="196418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E30A57B-ED63-BAEA-93DA-58E2BFD4E659}"/>
              </a:ext>
            </a:extLst>
          </p:cNvPr>
          <p:cNvSpPr txBox="1"/>
          <p:nvPr/>
        </p:nvSpPr>
        <p:spPr>
          <a:xfrm>
            <a:off x="935114" y="1304686"/>
            <a:ext cx="106934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/>
              <a:t>add_product</a:t>
            </a:r>
            <a:r>
              <a:rPr lang="en-US" sz="1400" dirty="0"/>
              <a:t>: procedure</a:t>
            </a:r>
            <a:r>
              <a:rPr lang="en-US" sz="1400" b="1" dirty="0"/>
              <a:t> </a:t>
            </a:r>
            <a:r>
              <a:rPr lang="en-US" sz="1400" dirty="0"/>
              <a:t>used to insert a new product into the </a:t>
            </a:r>
            <a:r>
              <a:rPr lang="en-US" sz="1400" b="1" dirty="0"/>
              <a:t>PRODUCT</a:t>
            </a:r>
            <a:r>
              <a:rPr lang="en-US" sz="1400" dirty="0"/>
              <a:t> table by the admin</a:t>
            </a:r>
            <a:endParaRPr lang="en-IN" sz="1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C9E7534-9512-A36B-8B5D-FFD5AFE05E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4577673"/>
            <a:ext cx="5943600" cy="121031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9F1B399-736F-C2C4-63D4-A915DE2A2C8E}"/>
              </a:ext>
            </a:extLst>
          </p:cNvPr>
          <p:cNvSpPr txBox="1"/>
          <p:nvPr/>
        </p:nvSpPr>
        <p:spPr>
          <a:xfrm>
            <a:off x="935114" y="3994085"/>
            <a:ext cx="106934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/>
              <a:t>delete_product</a:t>
            </a:r>
            <a:r>
              <a:rPr lang="en-US" sz="1400" dirty="0"/>
              <a:t>: procedure</a:t>
            </a:r>
            <a:r>
              <a:rPr lang="en-US" sz="1400" b="1" dirty="0"/>
              <a:t> </a:t>
            </a:r>
            <a:r>
              <a:rPr lang="en-US" sz="1400" dirty="0"/>
              <a:t>used to delete a product by the admin</a:t>
            </a:r>
            <a:endParaRPr lang="en-IN" sz="14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36E3FFD-CBA2-330F-A48F-A6789B181E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3266" y="1656205"/>
            <a:ext cx="2338917" cy="222317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82A796E-3DEB-A65C-F09C-5F5815303A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9524" y="4739852"/>
            <a:ext cx="2946400" cy="1357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5886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3A5AB945-E8CA-5E2C-6C07-5993D5BF4D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532" y="877094"/>
            <a:ext cx="5943600" cy="227944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158171D-03E1-FB72-D03A-86A08D73E88F}"/>
              </a:ext>
            </a:extLst>
          </p:cNvPr>
          <p:cNvSpPr txBox="1"/>
          <p:nvPr/>
        </p:nvSpPr>
        <p:spPr>
          <a:xfrm>
            <a:off x="1134532" y="502814"/>
            <a:ext cx="106934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/>
              <a:t>update_product</a:t>
            </a:r>
            <a:r>
              <a:rPr lang="en-US" sz="1400" dirty="0"/>
              <a:t>: procedure</a:t>
            </a:r>
            <a:r>
              <a:rPr lang="en-US" sz="1400" b="1" dirty="0"/>
              <a:t> </a:t>
            </a:r>
            <a:r>
              <a:rPr lang="en-US" sz="1400" dirty="0"/>
              <a:t>used to update product details by the admin</a:t>
            </a:r>
            <a:endParaRPr lang="en-IN" sz="1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703539-F184-6E2C-95E8-A4DC2841D1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6367" y="2280708"/>
            <a:ext cx="3636049" cy="262995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53EF204-1118-093D-A539-173E594D78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3645" y="3428999"/>
            <a:ext cx="3187488" cy="2560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729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B51D8-AB8D-E42F-764A-40B243B40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848699"/>
            <a:ext cx="10058400" cy="954701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REQ 11 (DATA INTEGRITY)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5BD632-30ED-9914-A2CD-7622E2BF28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307" y="4008331"/>
            <a:ext cx="4712885" cy="35085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 Trigger ensures: No negative stock 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5CE222-95D6-82C4-6A43-43DFF003D7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3552" y="2107565"/>
            <a:ext cx="5943600" cy="2642870"/>
          </a:xfrm>
          <a:prstGeom prst="rect">
            <a:avLst/>
          </a:prstGeom>
        </p:spPr>
      </p:pic>
      <p:sp>
        <p:nvSpPr>
          <p:cNvPr id="5" name="Left Brace 4">
            <a:extLst>
              <a:ext uri="{FF2B5EF4-FFF2-40B4-BE49-F238E27FC236}">
                <a16:creationId xmlns:a16="http://schemas.microsoft.com/office/drawing/2014/main" id="{309EA091-9D1E-D2F3-2A6B-BAEF9D4018E5}"/>
              </a:ext>
            </a:extLst>
          </p:cNvPr>
          <p:cNvSpPr/>
          <p:nvPr/>
        </p:nvSpPr>
        <p:spPr>
          <a:xfrm>
            <a:off x="5223934" y="3781595"/>
            <a:ext cx="401319" cy="804333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90602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ACD8288-87E1-BB6E-32EA-30BE55B737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667" y="177800"/>
            <a:ext cx="5943600" cy="6680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4B1049C-CA3D-EE8A-7785-7126C6F492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3400" y="274637"/>
            <a:ext cx="4507402" cy="208756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DE1827B-7BB6-37A2-3F68-06015F6587DD}"/>
              </a:ext>
            </a:extLst>
          </p:cNvPr>
          <p:cNvSpPr txBox="1"/>
          <p:nvPr/>
        </p:nvSpPr>
        <p:spPr>
          <a:xfrm>
            <a:off x="6883400" y="4444777"/>
            <a:ext cx="47159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No invalid orders by checking if the product is present</a:t>
            </a:r>
            <a:endParaRPr lang="en-IN" dirty="0"/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EF3E626C-78F2-A8B3-3A15-BEB3726D4FDD}"/>
              </a:ext>
            </a:extLst>
          </p:cNvPr>
          <p:cNvSpPr/>
          <p:nvPr/>
        </p:nvSpPr>
        <p:spPr>
          <a:xfrm>
            <a:off x="6670766" y="4397829"/>
            <a:ext cx="212634" cy="74022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09455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0C87C-F97B-0712-2B00-D5A7F6407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743035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REQ 12 (ORDER HISTORY)</a:t>
            </a:r>
            <a:br>
              <a:rPr lang="en-US" b="1" dirty="0"/>
            </a:b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CB2E38-C45F-7227-F817-EE6B1E6D3089}"/>
              </a:ext>
            </a:extLst>
          </p:cNvPr>
          <p:cNvSpPr txBox="1"/>
          <p:nvPr/>
        </p:nvSpPr>
        <p:spPr>
          <a:xfrm>
            <a:off x="2853266" y="104300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Users can view past orders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3AC4F97-65B5-FAD8-9F5A-A8A891E903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2773" y="1786036"/>
            <a:ext cx="3912986" cy="346265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BC89FA5-ADE4-D463-55E2-A008F14F7C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620" y="1583267"/>
            <a:ext cx="4505960" cy="4114800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A52BFDC-832D-BCE5-4B1B-6A700D7D6159}"/>
              </a:ext>
            </a:extLst>
          </p:cNvPr>
          <p:cNvCxnSpPr>
            <a:cxnSpLocks/>
          </p:cNvCxnSpPr>
          <p:nvPr/>
        </p:nvCxnSpPr>
        <p:spPr>
          <a:xfrm flipH="1">
            <a:off x="5198533" y="3776134"/>
            <a:ext cx="897467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27D97FA-B016-5074-08EC-BD18ECAB338E}"/>
              </a:ext>
            </a:extLst>
          </p:cNvPr>
          <p:cNvSpPr txBox="1"/>
          <p:nvPr/>
        </p:nvSpPr>
        <p:spPr>
          <a:xfrm>
            <a:off x="2065867" y="5867400"/>
            <a:ext cx="24045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From product page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669727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0B6E0B2-C796-4FC0-C174-A8E92AFE5B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206" y="730038"/>
            <a:ext cx="5342255" cy="3806190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575A036-2670-3797-5FA5-56031B8545FB}"/>
              </a:ext>
            </a:extLst>
          </p:cNvPr>
          <p:cNvCxnSpPr>
            <a:cxnSpLocks/>
          </p:cNvCxnSpPr>
          <p:nvPr/>
        </p:nvCxnSpPr>
        <p:spPr>
          <a:xfrm flipH="1">
            <a:off x="6197600" y="4377267"/>
            <a:ext cx="91440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534C3B13-C256-4921-458C-5493A2E153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6869" y="2404102"/>
            <a:ext cx="3912986" cy="346265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D36F18F-2C39-18AC-A4F9-5675C3CB4070}"/>
              </a:ext>
            </a:extLst>
          </p:cNvPr>
          <p:cNvSpPr txBox="1"/>
          <p:nvPr/>
        </p:nvSpPr>
        <p:spPr>
          <a:xfrm>
            <a:off x="2691601" y="4639733"/>
            <a:ext cx="241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From cart page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631814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EE60824-5227-3FE0-B86E-3B57186B75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1993" y="927206"/>
            <a:ext cx="6008013" cy="176085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EAB1425-9C9A-2CBC-48DF-EA35D4F4832A}"/>
              </a:ext>
            </a:extLst>
          </p:cNvPr>
          <p:cNvSpPr txBox="1"/>
          <p:nvPr/>
        </p:nvSpPr>
        <p:spPr>
          <a:xfrm>
            <a:off x="4140200" y="46474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Data fetched from ORDERS table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3575578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224</TotalTime>
  <Words>514</Words>
  <Application>Microsoft Office PowerPoint</Application>
  <PresentationFormat>Widescreen</PresentationFormat>
  <Paragraphs>71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Rockwell</vt:lpstr>
      <vt:lpstr>Rockwell Condensed</vt:lpstr>
      <vt:lpstr>Times New Roman</vt:lpstr>
      <vt:lpstr>Wingdings</vt:lpstr>
      <vt:lpstr>Wood Type</vt:lpstr>
      <vt:lpstr>DBS LAB PROJECT :</vt:lpstr>
      <vt:lpstr> DESKTOP SHOPPING SYSTEM  </vt:lpstr>
      <vt:lpstr>OBJECTIVE</vt:lpstr>
      <vt:lpstr>SYSTEM ARCHITECTURE</vt:lpstr>
      <vt:lpstr>DATABASE DESIGN</vt:lpstr>
      <vt:lpstr>Er diagram</vt:lpstr>
      <vt:lpstr>REQUIREMENTS OVERVIEW </vt:lpstr>
      <vt:lpstr>REQ 1–2 (USER &amp; PRODUCT) </vt:lpstr>
      <vt:lpstr>PowerPoint Presentation</vt:lpstr>
      <vt:lpstr>PowerPoint Presentation</vt:lpstr>
      <vt:lpstr>REQ 3–5 (CART FEATURES) </vt:lpstr>
      <vt:lpstr>PowerPoint Presentation</vt:lpstr>
      <vt:lpstr>REQ 6 (STOCK VALIDATION) </vt:lpstr>
      <vt:lpstr>REQ 7–9 (ORDER PROCESSING) </vt:lpstr>
      <vt:lpstr>PowerPoint Presentation</vt:lpstr>
      <vt:lpstr>REQ 10 (ADMIN MODULE)</vt:lpstr>
      <vt:lpstr>PowerPoint Presentation</vt:lpstr>
      <vt:lpstr>REQ 11 (DATA INTEGRITY) </vt:lpstr>
      <vt:lpstr>PowerPoint Presentation</vt:lpstr>
      <vt:lpstr>REQ 12 (ORDER HISTORY)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neha das</dc:creator>
  <cp:lastModifiedBy>neha das</cp:lastModifiedBy>
  <cp:revision>3</cp:revision>
  <dcterms:created xsi:type="dcterms:W3CDTF">2026-03-30T03:53:54Z</dcterms:created>
  <dcterms:modified xsi:type="dcterms:W3CDTF">2026-04-05T09:38:02Z</dcterms:modified>
</cp:coreProperties>
</file>